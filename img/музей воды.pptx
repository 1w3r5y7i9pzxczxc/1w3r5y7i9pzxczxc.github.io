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58" r:id="rId7"/>
    <p:sldId id="261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tem Bo" initials="AB" lastIdx="1" clrIdx="0">
    <p:extLst>
      <p:ext uri="{19B8F6BF-5375-455C-9EA6-DF929625EA0E}">
        <p15:presenceInfo xmlns:p15="http://schemas.microsoft.com/office/powerpoint/2012/main" userId="f2645e3dfeac31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0T13:57:18.023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80716-BC05-4AB2-948C-2AABB9298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3562D-C11B-49CB-AA5E-6E17D6CBA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A24187-3AE3-49B7-B539-81156951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BEA8E5-22EC-4219-BA44-C7B6A54B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0A76CE-AEA9-45E3-9692-C0D1017B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31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88E39-4DEE-4955-AD0C-BEBFBF46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0CC7CC-527C-430F-BEFE-CB7601DC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BBD01B-BD2D-453E-A982-3F71D0F1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AA11AC-AE73-4754-A44D-FDE9398C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44A6E1-104F-4CE5-84D4-C942DA41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17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1C51D-672C-477A-BDA4-E1BB1D7D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200330-8156-4C9D-9A8E-77261EBEE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B95272-3EEC-4110-A0FE-4E69E149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983696-73E3-4ABE-AF2C-CBA46456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5C43B-8DDB-414A-B9F4-06D3257C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6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9E4FF-7103-4F3F-B78C-3688406C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AAE2A5-34AB-4584-A269-DB4948B1B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060CF3-CB2A-478E-8E3F-3D4D147B5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96E97A-E677-4650-B1D6-C253551D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9EDBD7-93D7-41C9-9A75-E3DE8B55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4EFC35-5783-4FA5-B0B5-7E34E57B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38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5BEB0-4532-4B87-8B8B-C2CF1705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798555-35E8-4434-922B-490CD852A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62E2F1-1ECF-400F-846F-1CB42F171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93D174-EBD4-42C3-BAB9-F943959EB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E2296D-4C63-4549-B53C-E239F4722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9F142F-A527-4267-BEC6-0A74B31B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661C9B2-A5D9-4F5A-A88B-BC154B6C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3234F0-8776-491C-9D75-92F45FAFE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20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D8C10-4254-4F7B-BCEF-0CEB459D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316EB4-3179-425B-BC8B-E8EC5868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D91B3-DB0D-41B1-8AF2-E0644AB3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166F27-8E4B-4B77-BD19-582E6556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35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01F8F-4ECD-4E27-AA29-D902C269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8E9AFF-7245-4EAB-871E-DBED40615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233AFE-6E16-497B-8908-C7BAB607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66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05984-FFF6-48A7-8FDA-97F04909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F90A3-5A7E-4F25-9497-D2AFE30B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CBEBEF-21EF-4AA5-A76A-17969CD3F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16B57-F229-4A58-9E65-A14E8D0B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DD2112-D08F-48F5-A7F6-7DE8697A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3E3452-A926-4968-9661-31A30A01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42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9F2F1-9F0F-46C5-8010-F7776B33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FF974C8-DECD-4CA9-9E05-C725DF755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8414B3-38AD-45F0-9C4C-538B09B9D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2C02BA-D10B-493F-B1F1-9802DD2B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A12D89-0401-49CE-9AC5-3DF8892B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4FE944-9632-4F4F-B930-A81F4F80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59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7A40F-277D-4C75-B267-7D503005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19A4D5-CD69-4BEE-B3E0-F8695C3D6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A6917B-1BA6-481F-976B-5EC1B864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D9CAD7-D2A2-44B3-8D94-DEDF8353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F38A7E-F5ED-49C8-8227-996B7F73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6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C3C82E-1954-4427-B49F-1E9A2F60F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019ABB-AB91-4182-8C61-44E811D4F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D55275-7DA5-4C1B-8668-01DE71EF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FE59F2-9F7E-445F-A2A7-AB145CEF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792F8-AD08-49AD-85E7-E4F9314E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64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32D6C-DB8E-4E81-92C2-254CF6CD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86FA81-DF82-4646-B87F-8792DA525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AA448A-D106-41F9-88D5-845A83FCD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5D41D-7BBA-42C0-8D8E-ACCE16236B36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68903-9076-48E6-8F63-C4912EEAB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93B552-320D-424D-A1BA-1200B01E0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07352-535F-4152-B46B-F439B1CA51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5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" Target="slide5.xml"/><Relationship Id="rId7" Type="http://schemas.openxmlformats.org/officeDocument/2006/relationships/slide" Target="slide7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slide" Target="slide6.xml"/><Relationship Id="rId10" Type="http://schemas.openxmlformats.org/officeDocument/2006/relationships/slide" Target="slide8.xml"/><Relationship Id="rId4" Type="http://schemas.openxmlformats.org/officeDocument/2006/relationships/image" Target="../media/image6.png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11.gif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7" Type="http://schemas.openxmlformats.org/officeDocument/2006/relationships/comments" Target="../comments/commen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7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6273C6-0706-45B1-84FC-04454557F788}"/>
              </a:ext>
            </a:extLst>
          </p:cNvPr>
          <p:cNvSpPr txBox="1"/>
          <p:nvPr/>
        </p:nvSpPr>
        <p:spPr>
          <a:xfrm>
            <a:off x="1052879" y="1477080"/>
            <a:ext cx="98847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Экспозиционно-выставочный комплекс </a:t>
            </a:r>
          </a:p>
          <a:p>
            <a:pPr algn="ctr"/>
            <a:r>
              <a:rPr lang="ru-RU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DengXian Light" panose="02010600030101010101" pitchFamily="2" charset="-122"/>
                <a:ea typeface="DengXian Light" panose="02010600030101010101" pitchFamily="2" charset="-122"/>
              </a:rPr>
              <a:t>Вселенная воды</a:t>
            </a:r>
          </a:p>
        </p:txBody>
      </p:sp>
    </p:spTree>
    <p:extLst>
      <p:ext uri="{BB962C8B-B14F-4D97-AF65-F5344CB8AC3E}">
        <p14:creationId xmlns:p14="http://schemas.microsoft.com/office/powerpoint/2010/main" val="270472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071C1-8B48-4D15-947A-0F58BDEA3119}"/>
              </a:ext>
            </a:extLst>
          </p:cNvPr>
          <p:cNvSpPr txBox="1"/>
          <p:nvPr/>
        </p:nvSpPr>
        <p:spPr>
          <a:xfrm>
            <a:off x="861646" y="552242"/>
            <a:ext cx="5431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latin typeface="Arial Black" panose="020B0A04020102020204" pitchFamily="34" charset="0"/>
              </a:rPr>
              <a:t>Предыстория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C46E85-3814-4182-8C74-E18AD628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1" y="1639880"/>
            <a:ext cx="6749107" cy="4736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E03F13-8B2F-4996-AB08-1E3A7DC55D11}"/>
              </a:ext>
            </a:extLst>
          </p:cNvPr>
          <p:cNvSpPr txBox="1"/>
          <p:nvPr/>
        </p:nvSpPr>
        <p:spPr>
          <a:xfrm>
            <a:off x="7022123" y="2127737"/>
            <a:ext cx="47859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Музей воды открылся в 2003 году в старинной водонапорной башне Санкт-Петербурга, которой больше 150 лет. Раньше эта башня помогала подавать воду жителям города, а сегодня внутри находится музей. </a:t>
            </a:r>
            <a:endParaRPr lang="ru-RU" sz="28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57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CADA1-8B6A-4E00-B913-C4C1FEA29A78}"/>
              </a:ext>
            </a:extLst>
          </p:cNvPr>
          <p:cNvSpPr txBox="1"/>
          <p:nvPr/>
        </p:nvSpPr>
        <p:spPr>
          <a:xfrm>
            <a:off x="2180492" y="144908"/>
            <a:ext cx="7000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latin typeface="Arial Black" panose="020B0A04020102020204" pitchFamily="34" charset="0"/>
              </a:rPr>
              <a:t>Местоположение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C41538-460B-46F8-9CDF-65713173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362" y="2734641"/>
            <a:ext cx="6104749" cy="39784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B480A9-F099-4072-BDD4-AE584F358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" y="1314601"/>
            <a:ext cx="4886381" cy="50536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CF0E0A-D406-4C3B-BA50-46F0BB00C4DB}"/>
              </a:ext>
            </a:extLst>
          </p:cNvPr>
          <p:cNvSpPr txBox="1"/>
          <p:nvPr/>
        </p:nvSpPr>
        <p:spPr>
          <a:xfrm>
            <a:off x="5389684" y="925240"/>
            <a:ext cx="58382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Вселенная Воды находится в Санкт-Петербурге по адресу: Шпалерная улица, дом 56. Ближайшая станция метро — «Чернышевская», от неё можно дойти пешком примерно за 15–20 минут. </a:t>
            </a:r>
            <a:endParaRPr lang="ru-RU" sz="24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931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62574-2666-43A2-846C-FC2C4F82722C}"/>
              </a:ext>
            </a:extLst>
          </p:cNvPr>
          <p:cNvSpPr txBox="1"/>
          <p:nvPr/>
        </p:nvSpPr>
        <p:spPr>
          <a:xfrm>
            <a:off x="2303584" y="228600"/>
            <a:ext cx="8270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latin typeface="Arial Black" panose="020B0A04020102020204" pitchFamily="34" charset="0"/>
              </a:rPr>
              <a:t>Про что хотите узнать?</a:t>
            </a:r>
          </a:p>
        </p:txBody>
      </p:sp>
      <p:pic>
        <p:nvPicPr>
          <p:cNvPr id="4" name="Рисунок 3">
            <a:hlinkClick r:id="rId3" action="ppaction://hlinksldjump"/>
            <a:extLst>
              <a:ext uri="{FF2B5EF4-FFF2-40B4-BE49-F238E27FC236}">
                <a16:creationId xmlns:a16="http://schemas.microsoft.com/office/drawing/2014/main" id="{96489E06-A00E-40B0-97F2-E6DD42226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37" y="1239716"/>
            <a:ext cx="3919094" cy="2811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hlinkClick r:id="rId5" action="ppaction://hlinksldjump"/>
            <a:extLst>
              <a:ext uri="{FF2B5EF4-FFF2-40B4-BE49-F238E27FC236}">
                <a16:creationId xmlns:a16="http://schemas.microsoft.com/office/drawing/2014/main" id="{822C03C8-2C5D-4465-B848-2324DE381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809" y="4312987"/>
            <a:ext cx="3477110" cy="22482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Рисунок 7">
            <a:hlinkClick r:id="rId7" action="ppaction://hlinksldjump"/>
            <a:extLst>
              <a:ext uri="{FF2B5EF4-FFF2-40B4-BE49-F238E27FC236}">
                <a16:creationId xmlns:a16="http://schemas.microsoft.com/office/drawing/2014/main" id="{AC0722F9-57FA-4507-81F5-92EB373A0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7940" y="1239716"/>
            <a:ext cx="3169630" cy="35014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F96996-0B42-4FAC-901C-46585D7A6C10}"/>
              </a:ext>
            </a:extLst>
          </p:cNvPr>
          <p:cNvSpPr/>
          <p:nvPr/>
        </p:nvSpPr>
        <p:spPr>
          <a:xfrm>
            <a:off x="10796954" y="729762"/>
            <a:ext cx="1310054" cy="127488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hlinkClick r:id="rId9" action="ppaction://hlinksldjump"/>
              </a:rPr>
              <a:t>В</a:t>
            </a:r>
            <a:endParaRPr lang="ru-RU" sz="3600" b="1" dirty="0"/>
          </a:p>
        </p:txBody>
      </p:sp>
      <p:pic>
        <p:nvPicPr>
          <p:cNvPr id="11" name="Рисунок 10">
            <a:hlinkClick r:id="rId10" action="ppaction://hlinksldjump"/>
            <a:extLst>
              <a:ext uri="{FF2B5EF4-FFF2-40B4-BE49-F238E27FC236}">
                <a16:creationId xmlns:a16="http://schemas.microsoft.com/office/drawing/2014/main" id="{A50764BE-584E-442D-BE89-5DDD2B315A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7591" y="4139189"/>
            <a:ext cx="3486637" cy="22196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5544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68F1A6-1A33-48E3-9084-29AAA8629A7B}"/>
              </a:ext>
            </a:extLst>
          </p:cNvPr>
          <p:cNvSpPr txBox="1"/>
          <p:nvPr/>
        </p:nvSpPr>
        <p:spPr>
          <a:xfrm>
            <a:off x="1010800" y="142551"/>
            <a:ext cx="60974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effectLst/>
                <a:latin typeface="Arial Black" panose="020B0A04020102020204" pitchFamily="34" charset="0"/>
              </a:rPr>
              <a:t>Старинный ручной водяной насос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1EF8F2-D1D0-4D58-9D49-6D0193D3B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8" y="1774622"/>
            <a:ext cx="6981092" cy="449207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FAE9D2-AAAA-4EBD-962D-29A3CEFE6E01}"/>
              </a:ext>
            </a:extLst>
          </p:cNvPr>
          <p:cNvSpPr txBox="1"/>
          <p:nvPr/>
        </p:nvSpPr>
        <p:spPr>
          <a:xfrm>
            <a:off x="7759687" y="1210323"/>
            <a:ext cx="43426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Это настоящий насос, которым люди качали воду из земли или водопровода вручную. Такие насосы стояли прямо на улицах Петербурга.</a:t>
            </a:r>
            <a:br>
              <a:rPr lang="ru-RU" sz="24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Чтобы набрать ведро воды, нужно было качать ручку много раз подряд.</a:t>
            </a:r>
            <a:br>
              <a:rPr lang="ru-RU" sz="24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Зимой насосы могли замерзать, и тогда воду добыть было очень трудно.</a:t>
            </a:r>
            <a:br>
              <a:rPr lang="ru-RU" sz="24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Такие устройства появились, когда город только начинал строить водопровод.</a:t>
            </a:r>
            <a:endParaRPr lang="ru-RU" sz="24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8" name="Прямоугольник 7">
            <a:hlinkClick r:id="rId4" action="ppaction://hlinksldjump"/>
            <a:extLst>
              <a:ext uri="{FF2B5EF4-FFF2-40B4-BE49-F238E27FC236}">
                <a16:creationId xmlns:a16="http://schemas.microsoft.com/office/drawing/2014/main" id="{C43A4891-42F9-493C-8C89-7B4EC6A5557D}"/>
              </a:ext>
            </a:extLst>
          </p:cNvPr>
          <p:cNvSpPr/>
          <p:nvPr/>
        </p:nvSpPr>
        <p:spPr>
          <a:xfrm>
            <a:off x="149469" y="6575332"/>
            <a:ext cx="668216" cy="282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93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998D9F-D5A0-4B23-B01D-6C149F3B2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609" y="516604"/>
            <a:ext cx="51920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Водовоз — человек, который доставлял воду</a:t>
            </a:r>
            <a:r>
              <a:rPr lang="ru-RU" altLang="ru-RU" sz="24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.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До того как появился водопровод, в городе не было кранов в домах. Воду нужно было доставлять вручную, и этим занимались водовозы. Они ездили по улицам на телеге с большой бочкой и разливали воду людям.</a:t>
            </a:r>
            <a:b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Разные водовозы могли возить воду из разных мест, чистая считалась дороже. </a:t>
            </a:r>
          </a:p>
        </p:txBody>
      </p:sp>
      <p:pic>
        <p:nvPicPr>
          <p:cNvPr id="1026" name="Picture 2" descr="💡">
            <a:extLst>
              <a:ext uri="{FF2B5EF4-FFF2-40B4-BE49-F238E27FC236}">
                <a16:creationId xmlns:a16="http://schemas.microsoft.com/office/drawing/2014/main" id="{8F2F48C1-8DC8-43E6-8EDE-AD18F653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439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🌟">
            <a:extLst>
              <a:ext uri="{FF2B5EF4-FFF2-40B4-BE49-F238E27FC236}">
                <a16:creationId xmlns:a16="http://schemas.microsoft.com/office/drawing/2014/main" id="{47A6B688-45AC-4C6D-BE29-DF651B4EE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57411E-889C-4B17-9B89-9A8FFE74C193}"/>
              </a:ext>
            </a:extLst>
          </p:cNvPr>
          <p:cNvSpPr txBox="1"/>
          <p:nvPr/>
        </p:nvSpPr>
        <p:spPr>
          <a:xfrm>
            <a:off x="6673361" y="131884"/>
            <a:ext cx="2858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latin typeface="Arial Black" panose="020B0A04020102020204" pitchFamily="34" charset="0"/>
              </a:rPr>
              <a:t>Водовоз</a:t>
            </a:r>
            <a:endParaRPr lang="ru-RU" b="1" dirty="0"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486D0-8E9E-4BE1-9E18-15A4977E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905" y="4203968"/>
            <a:ext cx="3937735" cy="27521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51AE8B-9B85-404C-ABF0-131B4375F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112" y="1666349"/>
            <a:ext cx="6058879" cy="391370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Прямоугольник 9">
            <a:hlinkClick r:id="rId6" action="ppaction://hlinksldjump"/>
            <a:extLst>
              <a:ext uri="{FF2B5EF4-FFF2-40B4-BE49-F238E27FC236}">
                <a16:creationId xmlns:a16="http://schemas.microsoft.com/office/drawing/2014/main" id="{59B9EAB5-2B6C-4BDA-ACBA-4BCC0827D557}"/>
              </a:ext>
            </a:extLst>
          </p:cNvPr>
          <p:cNvSpPr/>
          <p:nvPr/>
        </p:nvSpPr>
        <p:spPr>
          <a:xfrm>
            <a:off x="149469" y="6575332"/>
            <a:ext cx="668216" cy="282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16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F8F377-154D-4805-825A-472378A9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7" y="1608386"/>
            <a:ext cx="4396029" cy="485621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E7E392-297D-4870-B9AA-46D1C9C59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56" y="4466491"/>
            <a:ext cx="3438039" cy="2242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E9E1C4-8FFE-46C5-9349-9E200DA18472}"/>
              </a:ext>
            </a:extLst>
          </p:cNvPr>
          <p:cNvSpPr txBox="1"/>
          <p:nvPr/>
        </p:nvSpPr>
        <p:spPr>
          <a:xfrm>
            <a:off x="859448" y="393395"/>
            <a:ext cx="10684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0" i="0" dirty="0">
                <a:effectLst/>
                <a:latin typeface="Arial Black" panose="020B0A04020102020204" pitchFamily="34" charset="0"/>
              </a:rPr>
              <a:t>Деревянные водопроводные трубы</a:t>
            </a:r>
            <a:endParaRPr lang="ru-RU" sz="4000" dirty="0">
              <a:latin typeface="Arial Black" panose="020B0A040201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A8B453-E933-4570-B0FD-13BC15BF9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250" y="1153429"/>
            <a:ext cx="671139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Н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астоящие деревянные трубы, по которым раньше текла вода в Петербурге.</a:t>
            </a: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Это были не трубы в привычном виде, а брёвна, внутри которых делали отверстие. Их соединяли друг с другом и получался длинный водопровод под землёй.</a:t>
            </a:r>
            <a:b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Вода шла по выдолбленному каналу внутри дерева</a:t>
            </a: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.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Трубы укладывали под землю</a:t>
            </a: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.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Дерево выбирали очень плотное, чтобы оно меньше протекало</a:t>
            </a: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. </a:t>
            </a:r>
            <a: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Такие трубы могли служить много лет, если не гнили</a:t>
            </a:r>
            <a:r>
              <a:rPr lang="ru-RU" altLang="ru-RU" sz="2200" b="1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.</a:t>
            </a:r>
            <a:br>
              <a:rPr kumimoji="0" lang="ru-RU" altLang="ru-RU" sz="2200" b="1" i="0" u="none" strike="noStrike" cap="none" normalizeH="0" baseline="0" dirty="0">
                <a:ln>
                  <a:noFill/>
                </a:ln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</a:br>
            <a:endParaRPr kumimoji="0" lang="ru-RU" altLang="ru-RU" sz="2200" b="1" i="0" u="none" strike="noStrike" cap="none" normalizeH="0" baseline="0" dirty="0">
              <a:ln>
                <a:noFill/>
              </a:ln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2050" name="Picture 2" descr="💡">
            <a:extLst>
              <a:ext uri="{FF2B5EF4-FFF2-40B4-BE49-F238E27FC236}">
                <a16:creationId xmlns:a16="http://schemas.microsoft.com/office/drawing/2014/main" id="{F945A58F-DDB4-4EC4-AF2F-90FB76CB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439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🌟">
            <a:extLst>
              <a:ext uri="{FF2B5EF4-FFF2-40B4-BE49-F238E27FC236}">
                <a16:creationId xmlns:a16="http://schemas.microsoft.com/office/drawing/2014/main" id="{9D4FABE9-DB8F-4CFC-90B8-391F6422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429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>
            <a:hlinkClick r:id="rId6" action="ppaction://hlinksldjump"/>
            <a:extLst>
              <a:ext uri="{FF2B5EF4-FFF2-40B4-BE49-F238E27FC236}">
                <a16:creationId xmlns:a16="http://schemas.microsoft.com/office/drawing/2014/main" id="{2F2430A4-3454-4ED3-A353-E6CD76BA9281}"/>
              </a:ext>
            </a:extLst>
          </p:cNvPr>
          <p:cNvSpPr/>
          <p:nvPr/>
        </p:nvSpPr>
        <p:spPr>
          <a:xfrm>
            <a:off x="149469" y="6575332"/>
            <a:ext cx="668216" cy="282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12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💡">
            <a:extLst>
              <a:ext uri="{FF2B5EF4-FFF2-40B4-BE49-F238E27FC236}">
                <a16:creationId xmlns:a16="http://schemas.microsoft.com/office/drawing/2014/main" id="{F945A58F-DDB4-4EC4-AF2F-90FB76CB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439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🌟">
            <a:extLst>
              <a:ext uri="{FF2B5EF4-FFF2-40B4-BE49-F238E27FC236}">
                <a16:creationId xmlns:a16="http://schemas.microsoft.com/office/drawing/2014/main" id="{9D4FABE9-DB8F-4CFC-90B8-391F6422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429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F75579-C359-487F-85ED-3F1456892980}"/>
              </a:ext>
            </a:extLst>
          </p:cNvPr>
          <p:cNvSpPr txBox="1"/>
          <p:nvPr/>
        </p:nvSpPr>
        <p:spPr>
          <a:xfrm>
            <a:off x="1811215" y="352425"/>
            <a:ext cx="9284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Arial Black" panose="020B0A04020102020204" pitchFamily="34" charset="0"/>
              </a:rPr>
              <a:t>Лабораторная установка очистки воды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9F299A-5DE4-46F5-81DA-019974A6D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354" y="1804744"/>
            <a:ext cx="6093815" cy="387939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E4DF79-1645-4BEC-9FED-7A46A0388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13" y="4536217"/>
            <a:ext cx="3458058" cy="22958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BB566C-A24D-470A-A6DE-142A599CED9A}"/>
              </a:ext>
            </a:extLst>
          </p:cNvPr>
          <p:cNvSpPr txBox="1"/>
          <p:nvPr/>
        </p:nvSpPr>
        <p:spPr>
          <a:xfrm>
            <a:off x="127000" y="1028549"/>
            <a:ext cx="54849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Она выглядит как прозрачные колонны, через которые проходит вода. Внутри установки есть несколько слоёв очистки: крупный гравий задерживает большие частицы грязи, песок убирает мелкие загрязнения , уголь поглощает запахи и мелкие вещества , дополнительные фильтры делают воду прозрачной и чище.</a:t>
            </a:r>
            <a:endParaRPr lang="ru-RU" sz="24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42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💡">
            <a:extLst>
              <a:ext uri="{FF2B5EF4-FFF2-40B4-BE49-F238E27FC236}">
                <a16:creationId xmlns:a16="http://schemas.microsoft.com/office/drawing/2014/main" id="{F945A58F-DDB4-4EC4-AF2F-90FB76CB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14398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🌟">
            <a:extLst>
              <a:ext uri="{FF2B5EF4-FFF2-40B4-BE49-F238E27FC236}">
                <a16:creationId xmlns:a16="http://schemas.microsoft.com/office/drawing/2014/main" id="{9D4FABE9-DB8F-4CFC-90B8-391F6422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429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955BC5-9086-4D7E-900A-D65B3F088220}"/>
              </a:ext>
            </a:extLst>
          </p:cNvPr>
          <p:cNvSpPr txBox="1"/>
          <p:nvPr/>
        </p:nvSpPr>
        <p:spPr>
          <a:xfrm>
            <a:off x="3903785" y="712176"/>
            <a:ext cx="3911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Arial Black" panose="020B0A04020102020204" pitchFamily="34" charset="0"/>
              </a:rPr>
              <a:t>Викторина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5593D-893F-4811-BF3C-612F60447FD6}"/>
              </a:ext>
            </a:extLst>
          </p:cNvPr>
          <p:cNvSpPr txBox="1"/>
          <p:nvPr/>
        </p:nvSpPr>
        <p:spPr>
          <a:xfrm>
            <a:off x="914400" y="2371690"/>
            <a:ext cx="93522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DengXian Light" panose="02010600030101010101" pitchFamily="2" charset="-122"/>
                <a:ea typeface="DengXian Light" panose="02010600030101010101" pitchFamily="2" charset="-122"/>
                <a:hlinkClick r:id="rId4" action="ppaction://hlinksldjump"/>
              </a:rPr>
              <a:t>Что помогает очищать воду в установке?</a:t>
            </a:r>
            <a:endParaRPr lang="ru-RU" sz="40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02B0B-7C11-40E3-A89F-CEC8C13ED50F}"/>
              </a:ext>
            </a:extLst>
          </p:cNvPr>
          <p:cNvSpPr txBox="1"/>
          <p:nvPr/>
        </p:nvSpPr>
        <p:spPr>
          <a:xfrm>
            <a:off x="914400" y="3429000"/>
            <a:ext cx="10903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DengXian Light" panose="02010600030101010101" pitchFamily="2" charset="-122"/>
                <a:ea typeface="DengXian Light" panose="02010600030101010101" pitchFamily="2" charset="-122"/>
                <a:hlinkClick r:id="rId5" action="ppaction://hlinksldjump"/>
              </a:rPr>
              <a:t>Из чего раньше делали водопроводные трубы?</a:t>
            </a:r>
            <a:endParaRPr lang="ru-RU" sz="40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D7F96-B40E-4384-9232-D05D605EC10C}"/>
              </a:ext>
            </a:extLst>
          </p:cNvPr>
          <p:cNvSpPr txBox="1"/>
          <p:nvPr/>
        </p:nvSpPr>
        <p:spPr>
          <a:xfrm>
            <a:off x="914400" y="4486310"/>
            <a:ext cx="77011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latin typeface="DengXian Light" panose="02010600030101010101" pitchFamily="2" charset="-122"/>
                <a:ea typeface="DengXian Light" panose="02010600030101010101" pitchFamily="2" charset="-122"/>
                <a:hlinkClick r:id="rId6" action="ppaction://hlinksldjump"/>
              </a:rPr>
              <a:t>На чём водовоз перевозил воду?</a:t>
            </a:r>
            <a:endParaRPr lang="ru-RU" sz="4000" b="1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44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C4027-6078-4F09-8491-CE52508ADBB5}"/>
              </a:ext>
            </a:extLst>
          </p:cNvPr>
          <p:cNvSpPr txBox="1"/>
          <p:nvPr/>
        </p:nvSpPr>
        <p:spPr>
          <a:xfrm>
            <a:off x="2447005" y="2611315"/>
            <a:ext cx="797205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Спасибо за </a:t>
            </a:r>
            <a:r>
              <a:rPr lang="ru-RU" sz="6000" dirty="0">
                <a:solidFill>
                  <a:schemeClr val="accent1">
                    <a:lumMod val="75000"/>
                  </a:schemeClr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внимание!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33165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356</Words>
  <Application>Microsoft Office PowerPoint</Application>
  <PresentationFormat>Широкоэкранный</PresentationFormat>
  <Paragraphs>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DengXian Light</vt:lpstr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Bo</dc:creator>
  <cp:lastModifiedBy>Artem Bo</cp:lastModifiedBy>
  <cp:revision>9</cp:revision>
  <dcterms:created xsi:type="dcterms:W3CDTF">2026-05-20T09:47:55Z</dcterms:created>
  <dcterms:modified xsi:type="dcterms:W3CDTF">2026-05-20T11:06:41Z</dcterms:modified>
</cp:coreProperties>
</file>